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640" r:id="rId2"/>
    <p:sldId id="3694" r:id="rId3"/>
    <p:sldId id="3697" r:id="rId4"/>
    <p:sldId id="3700" r:id="rId5"/>
    <p:sldId id="3701" r:id="rId6"/>
    <p:sldId id="3702" r:id="rId7"/>
    <p:sldId id="3706" r:id="rId8"/>
    <p:sldId id="36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82" d="100"/>
          <a:sy n="82" d="100"/>
        </p:scale>
        <p:origin x="1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Major/Minor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Title: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Mentored By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247350"/>
            <a:ext cx="46503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966651" y="1286539"/>
            <a:ext cx="99010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AE3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Concepts (Algorithms) used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of application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and input format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123405" y="1374033"/>
            <a:ext cx="9901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Cite Related work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SWOT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</a:t>
            </a:r>
          </a:p>
          <a:p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Software model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  <a:p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822959" y="1312664"/>
            <a:ext cx="990100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cited papers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12296</TotalTime>
  <Words>74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Anish Kumar Vishwakarma</cp:lastModifiedBy>
  <cp:revision>572</cp:revision>
  <dcterms:created xsi:type="dcterms:W3CDTF">2021-05-06T09:42:21Z</dcterms:created>
  <dcterms:modified xsi:type="dcterms:W3CDTF">2026-02-09T06:20:49Z</dcterms:modified>
</cp:coreProperties>
</file>